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"/>
  </p:sldIdLst>
  <p:sldSz cx="12192000" cy="6858000" type="screen16x9"/>
</p:presentation>
</file>

<file path=ppt/_rels/presentation.xml.rels><?xml version="1.0" encoding="UTF-8" standalone="yes"?>
<Relationships xmlns="http://schemas.openxmlformats.org/package/2006/relationships">
<Relationship Id="rIdMaster" Type="http://schemas.openxmlformats.org/officeDocument/2006/relationships/slideMaster" Target="slideMasters/slideMaster1.xml"/>
<Relationship Id="rIdSlide" Type="http://schemas.openxmlformats.org/officeDocument/2006/relationships/slide" Target="slides/slide1.xml"/>
<Relationship Id="rIdTheme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sp>
        <p:nvSpPr>
          <p:nvPr>
            <p:ph type="title"/>
          </p:nvPr>
        </p:nvSpPr>
        <p:spPr/>
        <p:txBody>
          <a:p/>
        </p:txBody>
      </p:sp>
      <p:sp>
        <p:nvSpPr>
          <p:nvPr>
            <p:ph type="body"/>
          </p:nvPr>
        </p:nvSpPr>
        <p:spPr/>
        <p:txBody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sp>
        <p:nvSpPr>
          <p:nvPr>
            <p:ph type="title"/>
          </p:nvPr>
        </p:nvSpPr>
        <p:spPr>
          <a:xfrm>
            <a:off x="457200" y="274638"/>
            <a:ext cx="11277600" cy="1143000"/>
          </a:xfrm>
        </p:spPr>
        <p:txBody>
          <a:p/>
        </p:txBody>
      </p:sp>
      <p:sp>
        <p:nvSpPr>
          <p:nvPr>
            <p:ph type="body"/>
          </p:nvPr>
        </p:nvSpPr>
        <p:spPr>
          <a:xfrm>
            <a:off x="457200" y="1600200"/>
            <a:ext cx="11277600" cy="4882800"/>
          </a:xfrm>
        </p:spPr>
        <p:txBody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>
        <a:defRPr sz="4400" b="1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spPr/>
        <p:txBody>
          <a:p/>
        </p:txBody>
      </p:sp>
    </p:spTree>
  </p:cSld>
</p:sld>
</file>

<file path=ppt/theme/theme1.xml><?xml version="1.0" encoding="utf-8"?>
<a:theme xmlns:a="http://schemas.openxmlformats.org/drawingml/2006/main" name="Atlas Blank">
  <a:themeElements>
    <a:clrScheme name="Atla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

<file path=docProps/app.xml><?xml version="1.0" encoding="utf-8"?>
<Properties xmlns="http://schemas.openxmlformats.org/officeDocument/2006/extended-properties">
  <Application>Atlas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2026-01-01T00:00:00Z</dcterms:created>
  <dcterms:modified xsi:type="dcterms:W3CDTF">2026-01-01T00:00:00Z</dcterms:modified>
</cp:coreProperties>
</file>