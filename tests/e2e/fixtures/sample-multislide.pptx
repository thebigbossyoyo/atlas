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s/slide1.xml" ContentType="application/vnd.openxmlformats-officedocument.presentationml.slide+xml"/>
  <Override PartName="/ppt/slides/slide2.xml" ContentType="application/vnd.openxmlformats-officedocument.presentationml.slide+xml"/>
</Types>
</file>

<file path=_rels/.rels><?xml version="1.0" encoding="UTF-8" standalone="yes"?>
<Relationships xmlns="http://schemas.openxmlformats.org/package/2006/relationships">
  <Relationship Id="rId1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Sz cx="12192000" cy="6858000"/>
  <p:sldIdLst>
    <p:sldId id="256" r:id="rId1"/>
    <p:sldId id="257" r:id="rId2"/>
  </p:sldIdLst>
</p:presentation>
</file>

<file path=ppt/_rels/presentation.xml.rels><?xml version="1.0" encoding="UTF-8" standalone="yes"?>
<Relationships xmlns="http://schemas.openxmlformats.org/package/2006/relationships">
  <Relationship Id="rId1" Type="http://schemas.openxmlformats.org/officeDocument/2006/relationships/slide" Target="slides/slide1.xml"/>
  <Relationship Id="rId2" Type="http://schemas.openxmlformats.org/officeDocument/2006/relationships/slide" Target="slides/slide2.xml"/>
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extBox 2"/>
          <p:cNvSpPr txBox="1"/>
          <p:nvPr/>
        </p:nvSpPr>
        <p:spPr/>
        <p:txBody>
          <a:bodyPr/>
          <a:lstStyle/>
          <a:p>
            <a:r>
              <a:t>Atlas multislide fixture — slide one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extBox 2"/>
          <p:cNvSpPr txBox="1"/>
          <p:nvPr/>
        </p:nvSpPr>
        <p:spPr/>
        <p:txBody>
          <a:bodyPr/>
          <a:lstStyle/>
          <a:p>
            <a:r>
              <a:t>Slide two content</a:t>
            </a:r>
          </a:p>
        </p:txBody>
      </p:sp>
    </p:spTree>
  </p:cSld>
</p:sld>
</file>