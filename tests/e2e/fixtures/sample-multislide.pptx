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Sz cx="12192000" cy="6858000"/>
  <p:sldIdLst>
    <p:sldId id="256" r:id="rId1"/>
    <p:sldId id="257" r:id="rId2"/>
  </p:sldIdLst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" Target="slides/slide2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 txBox="1"/>
          <p:nvPr/>
        </p:nvSpPr>
        <p:spPr/>
        <p:txBody>
          <a:bodyPr/>
          <a:lstStyle/>
          <a:p>
            <a:r>
              <a:t>Atlas multislide fixture — slide one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 txBox="1"/>
          <p:nvPr/>
        </p:nvSpPr>
        <p:spPr/>
        <p:txBody>
          <a:bodyPr/>
          <a:lstStyle/>
          <a:p>
            <a:r>
              <a:t>Slide two content</a:t>
            </a:r>
          </a:p>
        </p:txBody>
      </p:sp>
    </p:spTree>
  </p:cSld>
</p:sld>
</file>